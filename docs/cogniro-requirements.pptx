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0000"/>
            <a:ext cx="12192119" cy="648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620000"/>
            <a:ext cx="1075211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Cogniro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240000"/>
            <a:ext cx="1075211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8F0F9"/>
                </a:solidFill>
                <a:latin typeface="Calibri"/>
              </a:rPr>
              <a:t>Realizacja wymagań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140000"/>
            <a:ext cx="1075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8F0F9"/>
                </a:solidFill>
                <a:latin typeface="Calibri"/>
              </a:rPr>
              <a:t>Każdy slajd: kod wymagania + ekran z aplikacji, na którym widać, że jest spełnione.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4860000"/>
            <a:ext cx="1075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8F0F9"/>
                </a:solidFill>
                <a:latin typeface="Calibri"/>
              </a:rPr>
              <a:t>Wydział Informatyki  •  Akademia Górniczo-Hutnicza w Krakowie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44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WF01 · WF02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8000" y="198000"/>
            <a:ext cx="96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Pytania jednokrotnego wyboru i poprawna odpowiedź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2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191564" y="1015200"/>
            <a:ext cx="5895391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single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364" y="972000"/>
            <a:ext cx="5895391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W edytorze administrator wpisuje treść pytania, dodaje listę odpowiedzi i zaznacza tę poprawną (radio button po lewej każdej opcji).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44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WF03 · WF04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8000" y="198000"/>
            <a:ext cx="96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Pytania wielokrotnego wyboru i poprawne odpowiedzi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3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4230" y="1015200"/>
            <a:ext cx="5370059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multi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030" y="972000"/>
            <a:ext cx="5370059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Ten sam edytor, ale każda odpowiedź ma checkbox — można zaznaczyć dowolnie wiele jako poprawne.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Multimedia w treści pytania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4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question-just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Każde pytanie ma przycisk „Prześlij obraz” obok pola treści — zdjęcie pojawia się w pytaniu wyświetlanym uczestnikom.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 czasowy — globalny i per-pytanie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5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W ustawieniach quizu jest „Globalny limit czasu quizu (sekundy, opcjonalnie)”. Dodatkowo każde pytanie ma własne pole „Czas na pytanie (s, opcj.)”.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Losowa kolejność pytań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6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W ustawieniach quizu checkbox „Losuj kolejność pytań” — przy każdym uruchomieniu sesji pytania mieszają się.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Quiz bez logowania — wpisanie kodu lub PIN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7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1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Pierwszy ekran uczestnika to pole na kod sesji. Żadnego logowania, żadnego adresu e-mail, żadnego zakładania konta.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Rozpoczęcie quizu przez kod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8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senter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Tryb prezentera generuje wielki kod QR na rzutniku. Uczestnik skanuje go telefonem i ląduje od razu w quizie.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Wynik końcowy quizu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9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Po zakończeniu uczestnik widzi swój wynik procentowy, zdobyte vs maksymalne punkty oraz miejsce w rankingu sesji.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Wyświetlenie poprawnych i błędnych odpowiedzi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10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answe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Po quizie przycisk „Przejrzyj odpowiedzi” pokazuje uczestnikowi każde pytanie z zaznaczeniem co odpowiedział i czy to było dobrze (zielone) czy źle (czerwone).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Ranking uczestników i archiwum sesji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11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Administrator w trakcie sesji widzi pseudonimy, status i punkty każdego uczestnika. Wyniki przechowywane są przez 30 dni i dostępne w zakładce Statystyki.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Spersonalizowany wygląd — kolorystyka i logo WI AGH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12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senter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Logo „INFORMATYKA — Akademia Górniczo-Hutnicza w Krakowie” widoczne na wszystkich ekranach — login admina, ekran uczestnika, plansza prezentera.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Kontrola nicków uczestników — blokowanie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13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W panelu sesji każdy wiersz uczestnika ma przycisk „Blokuj”. Administrator natychmiast wyrzuca pseudonim, który jest niecenzuralny lub łamie zasady.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Zaawansowane typy zadań — suwak liczbowy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14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q4-sl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Cogniro wspiera nie tylko klasyczne wybory — jest również suwak liczbowy z tolerancją (powyżej). Pole otwarte na kolejne typy: rozpikselowujący się obrazek, ordering itp.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Podgląd pytania przed publikacją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15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191564" y="1015200"/>
            <a:ext cx="5895391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single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364" y="972000"/>
            <a:ext cx="5895391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Po prawej stronie edytora pytania jest panel „Podgląd pytania” — pokazuje na żywo, jak pytanie zobaczy uczestnik.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Eksport i import quizów (.zip)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16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W szczegółach quizu jest „Eksport (.zip)” — pakuje cały quiz wraz z mediami. Na dashboardzie „Importuj (.zip)” wgrywa zapakowany quiz na inny komputer.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Tutoriale tekstowe dla administratorów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17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samoucz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Zakładka „Samouczki” w menu admina zawiera krótkie instrukcje krok po kroku dla każdej akcji: tworzenie quizu, dodawanie pytania, publikacja, sprawdzanie wyników, eksport statystyk.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WF21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Link do strony WI AGH po zakończeniu quizu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18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4013" y="1015200"/>
            <a:ext cx="5230493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result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0813" y="972000"/>
            <a:ext cx="5230493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A1A1A"/>
                </a:solidFill>
                <a:latin typeface="Calibri"/>
              </a:rPr>
              <a:t>Pod wynikami uczestnik widzi sekcję „Wydział Informatyki AGH — poznaj kierunki, koła naukowe i wydarzenia” z linkiem na stronę WI.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Podsumowanie pokrycia wymagań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19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1111211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000" y="1260000"/>
            <a:ext cx="180000" cy="2340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999" y="1440000"/>
            <a:ext cx="50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Kluczowe (WF01–WF12)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2119" y="1440000"/>
            <a:ext cx="19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2F9E44"/>
                </a:solidFill>
                <a:latin typeface="Calibri"/>
              </a:rPr>
              <a:t>12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999" y="2052000"/>
            <a:ext cx="10752119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wszystkie pokryte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3780000"/>
            <a:ext cx="1111211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0000" y="3780000"/>
            <a:ext cx="180000" cy="2340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999" y="3960000"/>
            <a:ext cx="50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Przydatne (WF13–WF21)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2119" y="3960000"/>
            <a:ext cx="19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2F9E44"/>
                </a:solidFill>
                <a:latin typeface="Calibri"/>
              </a:rPr>
              <a:t>7 /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999" y="4572000"/>
            <a:ext cx="10752119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WF14, WF15, WF16, WF17, WF18, WF20, WF21 — pokryte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WF13 (wzory matematyczne) i WF19 (walidacja przed publikacją) — do dorobienia w kolejnej iteracji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