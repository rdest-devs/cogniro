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0000"/>
            <a:ext cx="12192119" cy="648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10752119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Cogniro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8F0F9"/>
                </a:solidFill>
                <a:latin typeface="Calibri"/>
              </a:rPr>
              <a:t>Pokrycie wymagań funkcjonalnych — przegląd po WF01–WF21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140000"/>
            <a:ext cx="1075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0F9"/>
                </a:solidFill>
                <a:latin typeface="Calibri"/>
              </a:rPr>
              <a:t>Każdy slajd: kod wymagania + ekran z aplikacji, na którym widać, że jest spełnione.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860000"/>
            <a:ext cx="1075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0F9"/>
                </a:solidFill>
                <a:latin typeface="Calibri"/>
              </a:rPr>
              <a:t>Wydział Informatyki  •  Akademia Górniczo-Hutnicza w Krakowie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44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4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WF01 · WF02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8000" y="198000"/>
            <a:ext cx="96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Pytania jednokrotnego wyboru i poprawna odpowiedź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564" y="1015200"/>
            <a:ext cx="5895391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singlechoi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64" y="972000"/>
            <a:ext cx="5895391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W edytorze administrator wpisuje treść pytania, dodaje listę odpowiedzi i zaznacza tę poprawną (radio button po lewej każdej opcji).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44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4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WF03 · WF04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8000" y="198000"/>
            <a:ext cx="96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Pytania wielokrotnego wyboru i poprawne odpowiedzi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4230" y="1015200"/>
            <a:ext cx="5370059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multichoi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030" y="972000"/>
            <a:ext cx="5370059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Ten sam edytor, ale każda odpowiedź ma checkbox — można zaznaczyć dowolnie wiele jako poprawne.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Multimedia w treści pytania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question-just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Każde pytanie ma przycisk „Prześlij obraz” obok pola treści — zdjęcie pojawia się w pytaniu wyświetlanym uczestnikom.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Limit czasowy — globalny i per-pytanie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quiz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W ustawieniach quizu jest „Globalny limit czasu quizu (sekundy, opcjonalnie)”. Dodatkowo każde pytanie ma własne pole „Czas na pytanie (s, opcj.)”.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Losowa kolejność pytań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quiz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W ustawieniach quizu checkbox „Losuj kolejność pytań” — przy każdym uruchomieniu sesji pytania mieszają się.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Quiz bez logowania — wpisanie kodu lub PIN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1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Pierwszy ekran uczestnika to pole na kod sesji. Żadnego logowania, żadnego adresu e-mail, żadnego zakładania konta.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Rozpoczęcie quizu przez kod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er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Tryb prezentera generuje wielki kod QR na rzutniku. Uczestnik skanuje go telefonem i ląduje od razu w quizie.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Wynik końcowy quizu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Po zakończeniu uczestnik widzi swój wynik procentowy, zdobyte vs maksymalne punkty oraz miejsce w rankingu sesji.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Wyświetlenie poprawnych i błędnych odpowiedzi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answ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Po quizie przycisk „Przejrzyj odpowiedzi” pokazuje uczestnikowi każde pytanie z zaznaczeniem co odpowiedział i czy to było dobrze (zielone) czy źle (czerwone).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Ranking uczestników i archiwum sesji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11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Administrator w trakcie sesji widzi pseudonimy, status i punkty każdego uczestnika. Wyniki przechowywane są przez 30 dni i dostępne w zakładce Statystyki.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Spersonalizowany wygląd — kolorystyka i logo WI AGH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er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Logo „INFORMATYKA — Akademia Górniczo-Hutnicza w Krakowie” widoczne na wszystkich ekranach — login admina, ekran uczestnika, plansza prezentera.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Kontrola nicków uczestników — blokowanie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W panelu sesji każdy wiersz uczestnika ma przycisk „Blokuj”. Administrator natychmiast wyrzuca pseudonim, który jest niecenzuralny lub łamie zasady.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Zaawansowane typy zadań — suwak liczbowy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q4-s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Cogniro wspiera nie tylko klasyczne wybory — jest również suwak liczbowy z tolerancją (powyżej). Pole otwarte na kolejne typy: rozpikselowujący się obrazek, ordering itp.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Podgląd pytania przed publikacją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564" y="1015200"/>
            <a:ext cx="5895391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singlechoi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64" y="972000"/>
            <a:ext cx="5895391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Po prawej stronie edytora pytania jest panel „Podgląd pytania” — pokazuje na żywo, jak pytanie zobaczy uczestnik.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Eksport i import quizów (.zip)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quiz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W szczegółach quizu jest „Eksport (.zip)” — pakuje cały quiz wraz z mediami. Na dashboardzie „Importuj (.zip)” wgrywa zapakowany quiz na inny komputer.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Tutoriale tekstowe dla administratorów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samoucz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Zakładka „Samouczki” w menu admina zawiera krótkie instrukcje krok po kroku dla każdej akcji: tworzenie quizu, dodawanie pytania, publikacja, sprawdzanie wyników, eksport statystyk.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WF21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Link do strony WI AGH po zakończeniu quizu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4013" y="1015200"/>
            <a:ext cx="5230493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result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813" y="972000"/>
            <a:ext cx="5230493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Pod wynikami uczestnik widzi sekcję „Wydział Informatyki AGH — poznaj kierunki, koła naukowe i wydarzenia” z linkiem na stronę WI.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Podsumowanie pokrycia wymagań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19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1111211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180000" cy="2340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440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Kluczowe (WF01–WF12)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2119" y="1440000"/>
            <a:ext cx="19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2F9E44"/>
                </a:solidFill>
                <a:latin typeface="Calibri"/>
              </a:rP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052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wszystkie pokryte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780000"/>
            <a:ext cx="1111211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3780000"/>
            <a:ext cx="180000" cy="2340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3960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Przydatne (WF13–WF21)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2119" y="3960000"/>
            <a:ext cx="19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2F9E44"/>
                </a:solidFill>
                <a:latin typeface="Calibri"/>
              </a:rPr>
              <a:t>7 /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4572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WF14, WF15, WF16, WF17, WF18, WF20, WF21 — pokryte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WF13 (wzory matematyczne) i WF19 (walidacja przed publikacją) — do dorobienia w kolejnej iteracji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Wycena projektu — zakres i nakład pracy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11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Wycena oparta na faktycznym, zinwentaryzowanym zakresie repozytorium. Platforma do quizów na żywo z panelem administratora, edytorem quizów, trybem prezentera, sesjami na PIN, leaderboardem na żywo, archiwum wyników oraz importem i eksportem.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8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Zmierzony rozmiar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04000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Backend (FastAPI,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1999" y="2304000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~9 300 linii kodu, 60 plików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55999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Frontend (Next.js)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1999" y="2555999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~14 800 linii kodu, 130 plików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07998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Testy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1999" y="2807998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~6 400 linii kodu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059997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Okres realizacji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1999" y="3059997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 marca – 15 czerwca 2026 (≈ 3 miesiące)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311996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Zespół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311996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6–7 kontrybutorów, 36 PR-ów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563995"/>
            <a:ext cx="27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Jakość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1999" y="3563995"/>
            <a:ext cx="316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CI, testy, code review, dokumentacja, solidne praktyki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2000" y="1980000"/>
            <a:ext cx="4920119" cy="432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32000" y="1980000"/>
            <a:ext cx="144000" cy="4320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3999" y="2160000"/>
            <a:ext cx="448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Szacowany nakład pracy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3999" y="2592000"/>
            <a:ext cx="448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(blended: dev + QA + PM + design + DevOps)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3999" y="3060000"/>
            <a:ext cx="3300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2119" y="3060000"/>
            <a:ext cx="136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4E79"/>
                </a:solidFill>
                <a:latin typeface="Calibri"/>
              </a:rPr>
              <a:t>≈ 45 dni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3999" y="3420000"/>
            <a:ext cx="3300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2119" y="3420000"/>
            <a:ext cx="136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4E79"/>
                </a:solidFill>
                <a:latin typeface="Calibri"/>
              </a:rPr>
              <a:t>≈ 55 dni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3999" y="3780000"/>
            <a:ext cx="3300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Design, PM, QA, CI, dokumentacja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2119" y="3780000"/>
            <a:ext cx="136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4E79"/>
                </a:solidFill>
                <a:latin typeface="Calibri"/>
              </a:rPr>
              <a:t>≈ 25 dni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3999" y="4284000"/>
            <a:ext cx="4416120" cy="18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3999" y="4428000"/>
            <a:ext cx="3300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Razem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2119" y="4428000"/>
            <a:ext cx="136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F9E44"/>
                </a:solidFill>
                <a:latin typeface="Calibri"/>
              </a:rPr>
              <a:t>≈ 120–130 osobodni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3999" y="4860000"/>
            <a:ext cx="441612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czyli około 6 człowiekomiesięcy. Realny projekt od zera kosztuje zwykle 20–40% więcej (discovery, rework, spotkania).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Wycena projektu — cena dla klienta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Cena w zależności od rynku (USD)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440000"/>
            <a:ext cx="11112119" cy="36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512000"/>
            <a:ext cx="446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Scenariusz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8000" y="1512000"/>
            <a:ext cx="320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Stawka dzienna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8000" y="1512000"/>
            <a:ext cx="248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Wycena projektu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800000"/>
            <a:ext cx="11112119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1944000"/>
            <a:ext cx="446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Freelancer / offshore (Azja, junior PL)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000" y="1944000"/>
            <a:ext cx="320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~$250 – $350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8000" y="1944000"/>
            <a:ext cx="248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$30 000 – $45 000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340000"/>
            <a:ext cx="11112119" cy="540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2340000"/>
            <a:ext cx="108000" cy="540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2484000"/>
            <a:ext cx="446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Polski software house (typowy B2B)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8000" y="2484000"/>
            <a:ext cx="320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~$450 – $550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8000" y="2484000"/>
            <a:ext cx="248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$55 000 – $75 000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880000"/>
            <a:ext cx="11112119" cy="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3024000"/>
            <a:ext cx="446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Agencja Europa Zachodnia /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8000" y="3024000"/>
            <a:ext cx="320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~$1 100 – $1 400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8000" y="3024000"/>
            <a:ext cx="248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$140 000 – $250 000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140000"/>
            <a:ext cx="11112119" cy="198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000" y="4140000"/>
            <a:ext cx="180000" cy="1980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999" y="4356000"/>
            <a:ext cx="1039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Najbardziej prawdopodobna wycena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999" y="4788000"/>
            <a:ext cx="1039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Polska, dojrzały produkt MVP gotowy produkcyjnie, wykonany przez polski software house: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999" y="5220000"/>
            <a:ext cx="1039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$55 000 – $75 000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999" y="5760000"/>
            <a:ext cx="1039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Mediana wyjściowa do rozmowy z klientem: ≈ $65 000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