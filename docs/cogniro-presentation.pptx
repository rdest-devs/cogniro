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0000"/>
            <a:ext cx="12192119" cy="648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00000"/>
            <a:ext cx="1075211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FFFFFF"/>
                </a:solidFill>
                <a:latin typeface="Calibri"/>
              </a:rPr>
              <a:t>Cogniro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1075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8F0F9"/>
                </a:solidFill>
                <a:latin typeface="Calibri"/>
              </a:rPr>
              <a:t>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140000"/>
            <a:ext cx="1075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8F0F9"/>
                </a:solidFill>
                <a:latin typeface="Calibri"/>
              </a:rPr>
              <a:t>Wydział Informatyki  •  Akademia Górniczo-Hutnicza w Krakowie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Prowadzący loguje się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Wchodzi na adres aplikacji, podaje hasło — i już jest w środku.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Widzi swoją bibliotekę quizów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To jego kokpit. Stąd otwiera istniejący quiz albo zaczyna nowy.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Klika „Stwórz nowy quiz”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Otwiera się czysty formularz. Wystarczy podać tytuł, reszta jest opcjonalna.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Wypełnia ustawienia quizu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Tytuł, opis, autor, opcjonalne tagi, limit czasu i inne opcje gry — wszystko w jednym miejscu.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Przewija do sekcji pytań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Pod ustawieniami jest lista pytań i przycisk „Dodaj pytanie”.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Dodaje pierwsze pytanie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question-just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Wybiera typ, wpisuje treść i odpowiedzi. Może dorzucić zdjęcie albo podpowiedź.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Gotowy quiz z czterema pytaniami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1259" y="1015200"/>
            <a:ext cx="291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full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059" y="972000"/>
            <a:ext cx="291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 jednym quizie można mieszać wszystkie cztery typy pytań — i zapisać jednym kliknięciem.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Jednokrotny wybór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0017" y="1231200"/>
            <a:ext cx="550236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single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17" y="1188000"/>
            <a:ext cx="550236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1-single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Klasyka. W edytorze wpisujesz pytanie i kilka odpowiedzi — zaznaczasz jedną poprawną. Uczestnik wybiera jedną opcję i zatwierdza.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Wielokrotny wybór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5172" y="1231200"/>
            <a:ext cx="501205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multi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972" y="1188000"/>
            <a:ext cx="501205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2-multi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Zaznaczasz w edytorze wszystkie poprawne odpowiedzi. Uczestnik widzi pola z checkboxami — może wybrać dowolnie wiele.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Prawda / Fałsz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200" y="1667426"/>
            <a:ext cx="7380000" cy="3663548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truefals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624226"/>
            <a:ext cx="7380000" cy="36635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3-truefal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Najkrótsza forma — w edytorze tylko przełącznik Prawda/Fałsz. Uczestnik dostaje dwa duże przyciski i wybiera jedno kliknięcie.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Suwak liczbowy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3657" y="1231200"/>
            <a:ext cx="567508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slid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57" y="1188000"/>
            <a:ext cx="567508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4-sl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W edytorze podajesz min, max, poprawną wartość i tolerancję. Uczestnik przesuwa suwak na osi i zatwierdza wartość.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Uruchamia quiz dla uczestników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Quiz dostaje status „Aktywny”, a obok pojawia się duży przycisk „Pokaż kod QR”.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Pokazuje plansze z kodem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senter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Otwiera osobne okno do wyświetlenia na rzutniku — wielki QR, sześcioznakowy PIN i pełny link.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skanuje kod telefonem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1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Wchodzi na stronę dołączania. Kod ma już wpisany — wystarczy potwierdzić.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wybiera pseudonim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2-nickn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Bez konta, bez maila — sam pseudonim wystarczy, by zacząć grę.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odpowiada na pytania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3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Pytanie, licznik czasu, opcje do wyboru, duży przycisk zatwierdzenia. Wszystko pod telefon.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Prowadzący widzi sesję na żywo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Lista uczestników aktualizuje się w czasie rzeczywistym — kto dołączył, kto odpowiedział, jakie ma punkty.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Po zakończeniu — Statystyki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19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Każda sesja zapisana w tabeli. Po kliknięciu — szczegóły każdej osoby.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Dlaczego Cogniro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20 /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000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Bez kont, bez instalacji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Uczestnik skanuje kod, wpisuje pseudonim, gra. To wszystko.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4039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4039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4039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Lekka i szybka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4039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Działa w zwykłej przeglądarce — nawet słabszy telefon wystarczy.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8079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8079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079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Dla dużej sali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079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Od kilku do kilkuset uczestników jednocześnie, bez limitów.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0000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00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Wasze dane zostają u Was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Quizy i wyniki nie wędrują do żadnej obcej chmury.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04039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4039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039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Pełna kontrola w trakcie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4039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Widzicie kto dołączył, kto odpowiedział, możecie zablokować lub zakończyć.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079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8079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8079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Łatwe przenoszenie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8079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Cały quiz w jednym pliku — między komputerami, między prowadzącymi.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0000"/>
            <a:ext cx="12192119" cy="648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980000"/>
            <a:ext cx="1075211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FFFFFF"/>
                </a:solidFill>
                <a:latin typeface="Calibri"/>
              </a:rPr>
              <a:t>Pytania?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600000"/>
            <a:ext cx="1075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8F0F9"/>
                </a:solidFill>
                <a:latin typeface="Calibri"/>
              </a:rPr>
              <a:t>Dziękujemy za uwagę.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